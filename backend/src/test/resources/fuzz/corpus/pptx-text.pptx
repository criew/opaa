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Folie 0: ein kurzer Text.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Folie 1: ein kurzer Text.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Folie 2: ein kurzer Text.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2026-01-01T00:00:00Z</dcterms:created>
  <dcterms:modified xsi:type="dcterms:W3CDTF">2026-01-01T00:00:00Z</dcterms:modified>
  <cp:revision>1</cp:revision>
</cp:coreProperties>
</file>