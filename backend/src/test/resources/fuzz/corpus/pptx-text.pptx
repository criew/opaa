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>Folie 0: ein kurzer Text.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>Folie 1: ein kurzer Text.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>Folie 2: ein kurzer Text.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