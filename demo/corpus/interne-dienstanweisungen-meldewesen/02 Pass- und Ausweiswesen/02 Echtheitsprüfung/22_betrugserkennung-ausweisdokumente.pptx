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Betrugserkennung bei Ausweisdokumenten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Basisschulung Sachgebiet Meldewesen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Sicherheitsmerkmale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Hologramm und Kippeffekt</a:t>
            </a:r>
          </a:p>
          <a:p>
            <a:pPr>
              <a:defRPr sz="2000"/>
            </a:pPr>
            <a:r>
              <a:t>Lasergravur der biografischen Daten</a:t>
            </a:r>
          </a:p>
          <a:p>
            <a:pPr>
              <a:defRPr sz="2000"/>
            </a:pPr>
            <a:r>
              <a:t>Mikroschrift im Untergrund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Typische Auffälligkeiten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Abweichende Unterschrift zum Altdokument</a:t>
            </a:r>
          </a:p>
          <a:p>
            <a:pPr>
              <a:defRPr sz="2000"/>
            </a:pPr>
            <a:r>
              <a:t>Manipulationsspuren am Lichtbild</a:t>
            </a:r>
          </a:p>
          <a:p>
            <a:pPr>
              <a:defRPr sz="2000"/>
            </a:pPr>
            <a:r>
              <a:t>Unplausible biografische Angaben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Vorgehen bei Verdacht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Dokument einbehalten, Vorgang unterbrechen</a:t>
            </a:r>
          </a:p>
          <a:p>
            <a:pPr>
              <a:defRPr sz="2000"/>
            </a:pPr>
            <a:r>
              <a:t>Sachgebietsleitung hinzuziehen</a:t>
            </a:r>
          </a:p>
          <a:p>
            <a:pPr>
              <a:defRPr sz="2000"/>
            </a:pPr>
            <a:r>
              <a:t>Bei erhärtetem Verdacht: Meldung an die Polizeiinspektion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Hinweis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Dieses Dokument ist Teil des synthetischen Demo-Korpus der fiktiven Stadt Rheinfurt (siehe SOURCE.md im Wurzelverzeichnis dieses Korpus). Es ist nur für die Bibliothek 'Interne Dienstanweisungen Meldewesen' bestimmt und nicht Teil der öffentlichen Leistungsbeschreibungen.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