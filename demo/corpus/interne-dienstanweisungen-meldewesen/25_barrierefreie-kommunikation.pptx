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Barrierefreie Kommunikation im Bürgerbüro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Leichte Sprache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Kurze Sätze</a:t>
            </a:r>
          </a:p>
          <a:p>
            <a:pPr>
              <a:defRPr sz="2000"/>
            </a:pPr>
            <a:r>
              <a:t>Ein Gedanke pro Satz</a:t>
            </a:r>
          </a:p>
          <a:p>
            <a:pPr>
              <a:defRPr sz="2000"/>
            </a:pPr>
            <a:r>
              <a:t>Fremdwörter vermeiden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Hör- und Sehbeeinträchtigungen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Braille-Aufkleber für den Personalausweis anbieten</a:t>
            </a:r>
          </a:p>
          <a:p>
            <a:pPr>
              <a:defRPr sz="2000"/>
            </a:pPr>
            <a:r>
              <a:t>Bei Bedarf Schriftdolmetschung organisieren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Mehrsprachigkeit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Dolmetschliste des Bürgerbüros nutzen</a:t>
            </a:r>
          </a:p>
          <a:p>
            <a:pPr>
              <a:defRPr sz="2000"/>
            </a:pPr>
            <a:r>
              <a:t>Wichtige Formulare in mehreren Sprachen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Hinweis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Dieses Dokument ist Teil des synthetischen Demo-Korpus der fiktiven Stadt Rheinfurt (siehe SOURCE.md im Wurzelverzeichnis dieses Korpus). Es ist nur für die Bibliothek 'Interne Dienstanweisungen Meldewesen' bestimmt und nicht Teil der öffentlichen Leistungsbeschreibungen.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