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Umgang mit der Fachanwendung MeldeSoft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Grundfunktionen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Vorgang anlegen</a:t>
            </a:r>
          </a:p>
          <a:p>
            <a:pPr>
              <a:defRPr sz="2000"/>
            </a:pPr>
            <a:r>
              <a:t>Dokumente scannen und verknüpfen</a:t>
            </a:r>
          </a:p>
          <a:p>
            <a:pPr>
              <a:defRPr sz="2000"/>
            </a:pPr>
            <a:r>
              <a:t>Gebühren erfassen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Bei Systemausfall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Wechsel in den papiergestützten Notbetrieb</a:t>
            </a:r>
          </a:p>
          <a:p>
            <a:pPr>
              <a:defRPr sz="2000"/>
            </a:pPr>
            <a:r>
              <a:t>IT-Leitstelle informieren</a:t>
            </a:r>
          </a:p>
          <a:p>
            <a:pPr>
              <a:defRPr sz="2000"/>
            </a:pPr>
            <a:r>
              <a:t>Nacherfassung nach Wiederherstellung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Datenqualität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Adressfelder immer vollständig pflegen</a:t>
            </a:r>
          </a:p>
          <a:p>
            <a:pPr>
              <a:defRPr sz="2000"/>
            </a:pPr>
            <a:r>
              <a:t>Dubletten vor Speichern prüfen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Hinweis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Dieses Dokument ist Teil des synthetischen Demo-Korpus der fiktiven Stadt Rheinfurt (siehe SOURCE.md im Wurzelverzeichnis dieses Korpus). Es ist nur für die Bibliothek 'Interne Dienstanweisungen Meldewesen' bestimmt und nicht Teil der öffentlichen Leistungsbeschreibungen.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