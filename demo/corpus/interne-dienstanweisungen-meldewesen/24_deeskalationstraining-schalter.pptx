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Deeskalationstraining am Schalter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Warnsignale erkennen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Erhöhte Lautstärke</a:t>
            </a:r>
          </a:p>
          <a:p>
            <a:pPr>
              <a:defRPr sz="2000"/>
            </a:pPr>
            <a:r>
              <a:t>Angespannte Körpersprache</a:t>
            </a:r>
          </a:p>
          <a:p>
            <a:pPr>
              <a:defRPr sz="2000"/>
            </a:pPr>
            <a:r>
              <a:t>Wiederholte Unterbrechungen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Deeskalationstechniken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Ruhiger Tonfall</a:t>
            </a:r>
          </a:p>
          <a:p>
            <a:pPr>
              <a:defRPr sz="2000"/>
            </a:pPr>
            <a:r>
              <a:t>Aktives Zuhören</a:t>
            </a:r>
          </a:p>
          <a:p>
            <a:pPr>
              <a:defRPr sz="2000"/>
            </a:pPr>
            <a:r>
              <a:t>Klare, kurze Sätze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Wann eskalieren?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Eskalationsregeln Stufe 1 bis 3 anwenden</a:t>
            </a:r>
          </a:p>
          <a:p>
            <a:pPr>
              <a:defRPr sz="2000"/>
            </a:pPr>
            <a:r>
              <a:t>Bei Gefahr: stiller Alarm und Polizei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Dieses Dokument ist Teil des synthetischen Demo-Korpus der fiktiven Stadt Rheinfurt (siehe SOURCE.md im Wurzelverzeichnis dieses Korpus). Es ist nur für die Bibliothek 'Interne Dienstanweisungen Meldewesen' bestimmt und nicht Teil der öffentlichen Leistungsbeschreibungen.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