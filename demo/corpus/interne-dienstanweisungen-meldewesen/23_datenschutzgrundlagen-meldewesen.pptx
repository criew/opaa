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Datenschutzgrundlagen für Meldewesen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Rechtsgrundlagen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Bundesmeldegesetz (BMG)</a:t>
            </a:r>
          </a:p>
          <a:p>
            <a:pPr>
              <a:defRPr sz="2000"/>
            </a:pPr>
            <a:r>
              <a:t>Datenschutz-Grundverordnung (DSGVO)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Auskunftssperren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§ 51 BMG: einfache und erweiterte Sperre</a:t>
            </a:r>
          </a:p>
          <a:p>
            <a:pPr>
              <a:defRPr sz="2000"/>
            </a:pPr>
            <a:r>
              <a:t>Vorrangige Bearbeitung bei Gefährdungslage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Melderegisterauskünfte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Immer Sperrvermerke prüfen</a:t>
            </a:r>
          </a:p>
          <a:p>
            <a:pPr>
              <a:defRPr sz="2000"/>
            </a:pPr>
            <a:r>
              <a:t>Erweiterte Auskunft nur mit berechtigtem Interesse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Hinweis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Dieses Dokument ist Teil des synthetischen Demo-Korpus der fiktiven Stadt Rheinfurt (siehe SOURCE.md im Wurzelverzeichnis dieses Korpus). Es ist nur für die Bibliothek 'Interne Dienstanweisungen Meldewesen' bestimmt und nicht Teil der öffentlichen Leistungsbeschreibungen.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