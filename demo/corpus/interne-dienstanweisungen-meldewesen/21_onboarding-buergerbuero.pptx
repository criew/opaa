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Onboarding neue Mitarbeitende Bürgerbüro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Sachgebiet Meldewesen &amp; Ausweise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Struktur des Bürgerbüros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Sachgebiete: Meldewesen &amp; Ausweise, Kfz-Zulassung</a:t>
            </a:r>
          </a:p>
          <a:p>
            <a:pPr>
              <a:defRPr sz="2000"/>
            </a:pPr>
            <a:r>
              <a:t>Amtsleitung Bürgerbüro</a:t>
            </a:r>
          </a:p>
          <a:p>
            <a:pPr>
              <a:defRPr sz="2000"/>
            </a:pPr>
            <a:r>
              <a:t>Gemeinsamer Empfang beider Sachgebiete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Wichtige Dienstanweisungen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Vier-Augen-Prinzip bei Ausweisausstellung</a:t>
            </a:r>
          </a:p>
          <a:p>
            <a:pPr>
              <a:defRPr sz="2000"/>
            </a:pPr>
            <a:r>
              <a:t>Vorgehen bei Verdacht auf gefälschte Dokumente</a:t>
            </a:r>
          </a:p>
          <a:p>
            <a:pPr>
              <a:defRPr sz="2000"/>
            </a:pPr>
            <a:r>
              <a:t>Gebührenermäßigung wegen Bedürftigkeit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Erste Woche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Einweisung in MeldeSoft</a:t>
            </a:r>
          </a:p>
          <a:p>
            <a:pPr>
              <a:defRPr sz="2000"/>
            </a:pPr>
            <a:r>
              <a:t>Begleitete Schalterdienste</a:t>
            </a:r>
          </a:p>
          <a:p>
            <a:pPr>
              <a:defRPr sz="2000"/>
            </a:pPr>
            <a:r>
              <a:t>Kennenlernen der Eskalationsregeln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Hinweis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Dieses Dokument ist Teil des synthetischen Demo-Korpus der fiktiven Stadt Rheinfurt (siehe SOURCE.md im Wurzelverzeichnis dieses Korpus). Es ist nur für die Bibliothek 'Interne Dienstanweisungen Meldewesen' bestimmt und nicht Teil der öffentlichen Leistungsbeschreibungen.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