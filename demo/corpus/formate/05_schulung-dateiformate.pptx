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Schulung: Dateiformate im Bürgerbüro Rheinfurt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Dateiformat dieser Folien: PowerPoint (.pptx)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Formate geregelt werden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Ein Vorgang muss noch in 30 Jahren lesbar sein</a:t>
            </a:r>
          </a:p>
          <a:p>
            <a:pPr>
              <a:defRPr sz="2000"/>
            </a:pPr>
            <a:r>
              <a:t>Nur durchsuchbare Dateien lassen sich wiederfinden</a:t>
            </a:r>
          </a:p>
          <a:p>
            <a:pPr>
              <a:defRPr sz="2000"/>
            </a:pPr>
            <a:r>
              <a:t>Jedes zusätzliche Format kostet Prüfaufwand in der Poststelle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die Poststelle prüft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Trägt die Datei eines der freigegebenen Formate?</a:t>
            </a:r>
          </a:p>
          <a:p>
            <a:pPr>
              <a:defRPr sz="2000"/>
            </a:pPr>
            <a:r>
              <a:t>Ist der Text enthalten oder nur ein Bild der Seite?</a:t>
            </a:r>
          </a:p>
          <a:p>
            <a:pPr>
              <a:defRPr sz="2000"/>
            </a:pPr>
            <a:r>
              <a:t>Bleibt die Datei unter 50 Megabyte?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Häufige Fehler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Fotografierte Formulare statt eingescannter Unterlagen</a:t>
            </a:r>
          </a:p>
          <a:p>
            <a:pPr>
              <a:defRPr sz="2000"/>
            </a:pPr>
            <a:r>
              <a:t>Archive mit mehreren Dateien statt Einzeldateien</a:t>
            </a:r>
          </a:p>
          <a:p>
            <a:pPr>
              <a:defRPr sz="2000"/>
            </a:pPr>
            <a:r>
              <a:t>Tabellen als Bild in einer Präsentation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Nächster Schulungstermin: 14. April 2026, Sitzungssaal Rheinpromenade</a:t>
            </a:r>
          </a:p>
          <a:p>
            <a:pPr>
              <a:defRPr sz="2000"/>
            </a:pPr>
            <a:r>
              <a:t>Anmeldung über die Organisationsstelle, 01234/44-1040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Synthetisches Musterdokument der fiktiven Stadt Rheinfurt aus der Bibliothek 'Formattest auf S3' des OPAA-Demo-Korpus (siehe SOURCE.md im Wurzelverzeichnis dieses Korpus). Es zeigt ein unterstütztes Dateiformat mit echtem Inhalt.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