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OPAA Formatdokument PPTX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Dieses Dokument prueft, dass eine hochgeladene PPTX-Datei ueber ihre Pipeline indiziert wird.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OPAA E2E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